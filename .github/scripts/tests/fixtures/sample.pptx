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テスト用スライド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日本語と English が混ざった行・中黒の確認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